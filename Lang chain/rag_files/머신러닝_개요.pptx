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 개요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전통적인 프로그래밍과 무엇이 다른가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머신러닝(Machine Learning)이란?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머신러닝은 컴퓨터가 명시적으로 프로그래밍되지 않아도 데이터로부터 스스로 규칙과 패턴을 학습하는 인공지능의 한 분야이다.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일일이 규칙을 적어 주는 대신, 많은 예시 데이터를 보여 주면 컴퓨터가 그 안의 규칙을 찾아낸다.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학습의 결과물을 모델(Model)이라고 부르며, 학습이 끝난 모델은 처음 보는 데이터에 대해서도 예측이나 분류를 수행한다.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스팸 메일 분류, 상품 추천, 음성 인식, 이미지 인식 등이 모두 머신러닝으로 만들어진다.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80644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DDEBF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8064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: 규칙을 사람이 쓰는 것이 아니라, 데이터에서 규칙을 배우게 한다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전통적인 프로그래밍의 방식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전통적인 프로그래밍에서는 사람이 규칙(로직)을 직접 작성한다. 입력 데이터와 사람이 만든 규칙이 프로그램에 들어가면, 프로그램이 규칙대로 계산하여 결과를 낸다.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: 데이터 + 규칙(사람이 작성한 코드) → 컴퓨터 → 결과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 : "메일 제목에 '무료'와 '당첨'이 같이 있으면 스팸으로 분류한다" 라는 규칙을 프로그래머가 if 문으로 직접 코딩한다.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규칙이 명확하고 경우의 수가 적은 문제(급여 계산, 세금 계산 등)에서는 이 방식이 정확하고 효율적이다.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그러나 사진에서 고양이를 찾는 것처럼 규칙을 말로 다 적을 수 없는 문제에서는 한계에 부딪힌다.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머신러닝의 방식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머신러닝은 순서를 뒤집는다. 데이터와 그 데이터의 정답(결과)을 컴퓨터에 주면, 컴퓨터가 데이터와 정답 사이의 규칙을 스스로 찾아낸다.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: 데이터 + 결과(정답) → 컴퓨터(학습) → 규칙(모델)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 : 스팸 메일 수천 통과 정상 메일 수천 통을 주면, 어떤 단어와 패턴이 스팸의 특징인지 모델이 스스로 학습한다.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만들어진 모델에 새 메일을 넣으면, 학습한 규칙으로 스팸 여부를 예측한다.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규칙이 데이터에서 나오므로, 데이터가 바뀌면 다시 학습하여 규칙을 갱신할 수 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머신러닝과 전통적인 프로그래밍의 차이점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만드는 주체가 다르다. 전통적인 프로그래밍은 사람이 규칙을 직접 작성하고, 머신러닝은 컴퓨터가 데이터로부터 규칙을 학습한다.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입력과 출력이 다르다. 전통적인 프로그래밍은 데이터와 규칙을 넣어 결과를 얻고, 머신러닝은 데이터와 결과를 넣어 규칙(모델)을 얻는다.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적합한 문제가 다르다. 규칙을 명확히 적을 수 있는 문제는 전통적인 프로그래밍이, 규칙을 말로 표현하기 어려운 문제(이미지 인식, 자연어 처리)는 머신러닝이 유리하다.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유지보수 방식이 다르다. 전통적인 프로그래밍은 규칙이 바뀌면 코드를 수정하고, 머신러닝은 새 데이터로 다시 학습시킨다.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결과의 성격이 다르다. 전통적인 프로그래밍은 같은 입력에 항상 같은 결과를 보장하지만, 머신러닝의 예측은 확률적이며 데이터 품질에 따라 정확도가 달라진다.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80644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DDEBF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8064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 : 전통적 프로그래밍 = 데이터 + 규칙 → 결과  /  머신러닝 = 데이터 + 결과 → 규칙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학습의 세 가지 종류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지도학습(Supervised Learning) : 정답(레이블)이 있는 데이터로 학습한다. 스팸 분류, 집값 예측처럼 분류와 회귀 문제에 사용된다.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비지도학습(Unsupervised Learning) : 정답 없이 데이터의 구조를 찾는다. 고객 군집화, 이상 탐지, 차원 축소가 대표적이다.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강화학습(Reinforcement Learning) : 행동에 대한 보상을 통해 시행착오로 배운다. 게임 인공지능, 로봇 제어에 쓰인다.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 가장 널리 쓰이는 것은 지도학습이며, 좋은 레이블 데이터를 확보하는 일이 곧 프로젝트의 성패를 좌우한다.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 프로젝트의 진행 단계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 : 무엇을 예측·분류할지, 성공 기준은 무엇인지 정한다.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수집과 전처리 : 데이터를 모으고, 결측치와 이상치를 정리하고, 학습에 맞는 형태로 가공한다. 전체 작업의 절반 이상이 이 단계에 쓰인다.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: 데이터를 훈련용과 평가용으로 나누고, 훈련 데이터로 모델을 학습시킨다.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: 학습에 쓰지 않은 평가 데이터로 모델의 성능을 측정한다.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배포와 개선 : 모델을 서비스에 적용하고, 새로 쌓이는 데이터로 주기적으로 재학습한다.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데이터가 절반 이상이다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 모델의 성능은 알고리즘보다 데이터의 양과 품질에 좌우되는 경우가 많다.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편향된 데이터로 학습한 모델은 편향된 예측을 한다. 쓰레기가 들어가면 쓰레기가 나온다(Garbage in, Garbage out).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데이터의 조건 : 문제를 대표할 것, 정답(레이블)이 정확할 것, 충분히 많을 것, 개인정보 등 법적 문제가 없을 것.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실무 머신러닝의 대부분의 시간은 모델 코드가 아니라 데이터 수집, 정제, 검증에 쓰인다.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과적합(Overfitting)과 일반화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과적합은 모델이 훈련 데이터를 지나치게 외워서, 처음 보는 데이터에서는 성능이 떨어지는 현상이다.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문제집의 답만 통째로 외운 학생이 실제 시험에서 응용 문제를 틀리는 것과 같다.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반대로 처음 보는 데이터에서도 성능이 유지되는 능력을 일반화(Generalization)라고 하며, 머신러닝의 최종 목표이다.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 방법 : 데이터를 늘리기, 모델을 단순하게 하기, 훈련·검증·평가 데이터를 엄격히 분리하기.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모델은 어떻게 평가하는가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문제 : 정확도(Accuracy), 정밀도(Precision), 재현율(Recall), F1 점수 등으로 평가한다.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회귀 문제 : 예측값과 실제값의 차이를 재는 평균 제곱 오차(MSE), 평균 절대 오차(MAE) 등을 사용한다.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정확도 하나만 보면 위험하다. 예를 들어 환자의 1%만 걸리는 병이라면, 무조건 "아니다"라고 답해도 정확도는 99%가 된다.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 성격에 맞는 지표를 골라야 하며, 반드시 학습에 쓰지 않은 데이터로 평가해야 한다.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11155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머신러닝 활용 사례와 한계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 사례 : 스팸 필터, 상품·영상 추천, 신용 평가와 사기 탐지, 의료 영상 판독 보조, 기계 번역, 음성 비서, 자율주행의 인지 기능.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① 데이터가 없거나 적으면 학습할 수 없다.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② 왜 그런 예측을 했는지 설명하기 어려운 경우가 많다(블랙박스 문제).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③ 학습 데이터에 없던 새로운 상황에는 약하다.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규칙이 명확한 부분은 전통적인 프로그래밍으로, 패턴 학습이 필요한 부분은 머신러닝으로 — 두 방식을 함께 쓰는 것이 실무의 정석이다.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2026-08-23T02:35:51Z</dcterms:created>
  <dcterms:modified xsi:type="dcterms:W3CDTF">2026-08-23T02:35:51Z</dcterms:modified>
</cp:coreProperties>
</file>